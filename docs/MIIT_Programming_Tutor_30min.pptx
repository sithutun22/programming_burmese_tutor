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Introduce yourself and the project name. One sentence: Burmese-speaking students get programming help plus grounded MIIT answers from local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Set expectations: architecture-first, then demo. Invite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Tie to your audience (MIIT / NLP class). Emphasize trust for institutional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Objectives map to measurable behaviors: grounded MIIT, helpful prog, clear refusal.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Contrast with training a Burmese code LLM (cost, data, GPU). Hybrid = pragmatic NLP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Walk phases I–VI top to bottom. Point out routing diamond and OUT_OF_SCOPE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For technical examiners: clean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Stress human-curated ground truth vs crawling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Mention preflight requires index when MIIT_RETRIEVAL=embed.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Demo will use Gradio; mention API for integration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This is the intellectual core—rules cheap, inherit fixes Gradio threads, LLM for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Connect to NLP course: dense retrieval + constrained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Show one example question on next slides verbally during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Transition to live demo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Nice differentiator for low-literacy or mobile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Quick curl example in speaker notes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Honest: no large public benchmark yet—hooks for human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Shows maturity—know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~3–5 min demo block. Have VPN/API keys ready; run make preflight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audience. Offer to show code or architecture figure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3301218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MIIT Programming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E2E8F0"/>
                </a:solidFill>
                <a:latin typeface="Calibri"/>
              </a:defRPr>
            </a:pPr>
            <a:r>
              <a:t>Hybrid Burmese tutor for programming lessons and MIIT institutional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30-minute technical presentation</a:t>
            </a:r>
          </a:p>
        </p:txBody>
      </p:sp>
      <p:pic>
        <p:nvPicPr>
          <p:cNvPr id="7" name="Picture 6" descr="miit-buil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97280"/>
            <a:ext cx="3840480" cy="1200150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~30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Motivation, goals, and design principles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System architecture and hybrid routing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 knowledge base, embeddings, and retrieval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Prompting, cloud generation, and reliability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Gradio UI, API, TTS, and logging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Limitations, evaluation hooks, and future work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Live demo +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Programming education in Myanmar often mixes Burmese explanations with English technical terms.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Students need beginner-friendly Burmese answers without losing correct CS vocabulary.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MIIT-specific questions (faculty, campus, CSE curriculum) must not be hallucinated.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 single generic chatbot either invents institute facts or gives shallow coding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Answer programming questions in natural spoken Burmese (terms like function, loop stay in English).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Answer MIIT questions only from curated local JSONL notes (RAG-style retrieval).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Refuse out-of-scope topics with a fixed Burmese message—no cloud call.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Ship a usable demo: Gradio UI with chat history, optional speech, and HTTP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Hybrid tutor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Not a single monolithic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Programming route → cloud LLM only (Gemini 2.0 Flash default, or OpenRouter).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 route → retrieve passages from data/miit, then same LLM with notes-only prompt.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No on-device fine-tuned weights; fast iteration via prompts and local notes.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All surfaces call HybridEngine.answer() in tutor/hybrid.py.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Offline index + online ask pipeline</a:t>
            </a:r>
          </a:p>
        </p:txBody>
      </p:sp>
      <p:pic>
        <p:nvPicPr>
          <p:cNvPr id="5" name="Picture 4" descr="hybrid-tutor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2267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Major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Repository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tutor/hybrid.py — orchestration (route → retrieve → prompt → generate).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tutor/router.py — classify_route (rules, thread inherit, optional LLM router).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tutor/knowledge.py — retrieve_miit (embeddings + token fallback).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tutor/prompts.py — programming vs MIIT message builders.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scripts/serve_gradio.py — UI, chats, TTS; tutor/api.py — REST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MIIT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Curated JSONL corpora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institute.jsonl — campus, governance, programs.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cynthia_myint.jsonl — faculty profile and publications.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cse_be_hons.jsonl — CSE B.E. (Hons) years, semesters, electives.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Each record: id, text, sources[] (URLs for citation in answers).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Editors update JSONL; make miit-index rebuilds embeddings.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Index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make miit-index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Load all data/miit/*.jsonl chunks.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Embed with gemini-embedding-001 (GEMINI_EMBED_MODEL).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Write data/miit/index.json: embed_model, built_at, chunks with vectors.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At query time: cosine similarity ≥ 0.55; top-k 3 (5 papers, 12 curriculum).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Missing index or 429 → token-overlap fallback with stderr warning.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Client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Same engine, different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Gradio (make app) — multi-turn history, sidebar chats, TTS, human scores, theme.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HTTP API (make serve-api) — POST /v1/chat, optional TUTOR_API_KEY, stateless.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CLI (make chat) — single-shot questions, optional pasted code.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Only Gradio passes history → follow-ups like “အဲဒါအပို ရှိသေးလဲ။” stay on MIIT topic.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Ask-time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classify_route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1. rule_route — MIIT hints (miit, cse, faculty names) before programming hints.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2. inherit_thread_route — short or follow-up cues reuse last miit/programming topic.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3. LLM JSON router (GEMINI_TTS_NAMES_API_KEY) with disk cache; key = question + code.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4. Remap “other” via inherit; HybridEngine retries inherit before refusal.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Still other → OUT_OF_SCOPE_ANSWER (no chat LLM). None → retrieve_miit safety 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Retrieval (MIIT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tutor/knowledge.py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Query = last two user questions + current question (context for “အသေးစိတ်”).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Must pass looks_like_miit on the combined query or return empty.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Programming route skips retrieval entirely.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 prompt used even with zero passages—model must say it does not know, not invent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Prompting &amp;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Grounded answers in Burmese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Programming: beginner tutor, short paragraphs, random first-turn style (analogy / example / mistake).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MIIT: inject retrieved text + source URLs; who-questions lead with name/title; curriculum lists all years in notes.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Both: spoken Burmese, သူ/သူမ for people, strip ဆရာ့အဖြေ: from output.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Sampling: prog T=0.85, MIIT T=0.7; max 3072 tokens; retries + GEMINI_API_KEY_FALLBACK on 429 (chat only).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Gradio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scripts/serve_gradio.py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Ask → Generating answer… → metrics line (Myanmar ratio, mix penalty, ends with ။).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Sidebar: New chat, open past title, delete non-active threads; results/chats.json.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Code-like messages auto-fill code argument (def, function, fences, {).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Quota errors show Burmese warning; turn still saved to session log.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Light/Dark theme persisted in localStorage.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Speech (Listen)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edge-tts: my-MM-NilarNeural / my-MM-ThihaNeural.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prepare_for_speech strips URLs; maps names (e.g. Cynthia Myint → စင်သီယာမြင့်).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Optional Gemini JSON name map via GEMINI_TTS_NAMES_API_KEY.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Audio cached under .cache/tts/; requires outbound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HTTP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GET /health — readiness check.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POST /v1/chat — JSON { question, code? }; same HybridEngine, no history.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Optional Authorization when TUTOR_API_KEY is set.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code field up to TUTOR_MAX_CODE_CHARS (16384).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Logging &amp; evaluation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Demo-quality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results/tutor_sessions.jsonl — per-turn Myanmar-script ratio, English-mix penalty, punctuation.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results/human_scores.jsonl — fluency / correctness / beginner-friendly (1–5).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make smoke-hybrid — 15 live prompts against Gemini (CI / manual check).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pytest suite covers router, retrieval, hybrid paths, API, chats.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What we deliberately do 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No local LLM weights, LoRA, or RAG beyond data/miit.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API/CLI cannot inherit conversation threads.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Router disk cache ignores history—Gradio inherit handles follow-ups.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Cloud dependency (Gemini/OpenRouter, VPN where blocked); TTS needs network.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MIIT answers bounded by note coverage and retrieval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Python 3.12+, uv, Gradio, Litestar API.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Google Gemini (chat + embeddings); optional OpenRouter.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NumPy cosine similarity; edge-tts for speech.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Data: JSONL + index.json; chats in JSON on disk.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Suggested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~5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1. Programming: “Python loop ကို ရှင်းပြပါ” (short Burmese explanation).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2. MIIT faculty: “စင်သီယာမြင့် ပါမောက္ခ အကြောင်း” (grounded bio).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3. Follow-up: “အဲဒါအပို ရှိသေးလဲ။” (thread inherit on Gradio).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4. Out of scope: weather or news → fixed refusal.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5. Click Listen on one answer; toggle dark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Expand MIIT JSONL coverage and periodic index refresh automation.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Formal human evaluation study with MIIT students.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API session tokens for lightweight multi-turn clients.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Stronger Myanmar TTS pronunciation for mixed English/code tokens.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MIIT Programming Tutor — Hybrid Burmese NLP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1A2744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  <a:latin typeface="Calibri"/>
              </a:defRPr>
            </a:pPr>
            <a:r>
              <a:t>Repository: programming_burmese_tutor  |  Docs: WORKFLOW.md, LAPTOP_SETUP.md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